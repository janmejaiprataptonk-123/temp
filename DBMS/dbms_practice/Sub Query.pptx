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59" r:id="rId6"/>
    <p:sldId id="265" r:id="rId7"/>
    <p:sldId id="258" r:id="rId8"/>
    <p:sldId id="264" r:id="rId9"/>
    <p:sldId id="262" r:id="rId10"/>
    <p:sldId id="263" r:id="rId11"/>
    <p:sldId id="267" r:id="rId12"/>
    <p:sldId id="271" r:id="rId13"/>
    <p:sldId id="270" r:id="rId14"/>
    <p:sldId id="269" r:id="rId15"/>
    <p:sldId id="268" r:id="rId16"/>
    <p:sldId id="266" r:id="rId17"/>
    <p:sldId id="272" r:id="rId18"/>
    <p:sldId id="275" r:id="rId19"/>
    <p:sldId id="274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D1C7-23EF-AE66-B71C-E3EE7FB1C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28A79-97F4-03FD-CE52-2CF5845B9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A95D-1CDF-F3ED-BCC8-C018C91D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EB096-26BE-F572-44AA-22EA5239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B342C-3242-E6D5-045A-C0975959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C6A8-920F-141D-5B38-C56ED7C6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81F2F-1F5D-6488-C8F6-7893F292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6479-FADF-985C-A5B7-827E9AE3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CD0CB-98C4-3025-CC77-EA2188CD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DBAE8-43A3-4CA7-7D5D-A8CFB04E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00F7-261C-01B8-4AD7-DC58A06C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E5AFF-F5D4-7B2E-E884-A95483E77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BC753-3CB8-EF69-12D8-FCD4742B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06368-CCA5-9CEB-CF47-15ECB486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AF5D5-F639-4B6D-B28D-01EDAFCC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94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BB94-A9FE-FAA7-1F06-AB8E710C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94B5-3A5B-1A78-90D4-99F7A2E75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89598-0830-75C0-13E3-80FFC7073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B44D3-114B-599D-081B-32D368FF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28044-ED94-BE36-DAF4-717F2249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0C456-A610-34E7-F706-1425A9B9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31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6974-E0BA-1EE2-4524-C87C2027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3738C-F926-DD41-1CEC-14A4F0D9D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97E0-DE41-5584-3447-BDEEA17C6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C4C9C-8DA1-002D-7A82-5B412D3FA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15F8E-9E2C-2719-5FEB-3CC4E4239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CD57C-242F-C89C-CC41-EFC639E8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D2B4F-BFCC-8A20-E1BE-79053B32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0C9AE-D15A-D3AD-8709-EC750BD2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54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DD4F-65E8-169F-FE12-F0889D6D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68690-DE84-0BFB-D875-F5FA2024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0EDFB-876D-78AE-03E0-C58D205F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F769D-91AE-9E49-14FB-E645E81E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68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5701D-42E7-D1E9-B540-1D368E25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B2F75-37D5-AE72-B908-84AD3307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D4178-7BFC-FB03-5ACC-2C9FBDA5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56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CCAA-1873-3B82-BDB6-41FC26CF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DE3EF-BF02-D699-7FCB-CA337916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35B87-4E57-6687-72B2-405D1C7E0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63D38-CE88-32F3-59A9-D7505FEB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6C00B-8AD0-1F4B-C1EE-293C40CD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FE4D6-B2D2-CE1E-5CEE-8F564BBD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4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F04E-4B3F-6ADD-0024-DF360A76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2703B-C9FB-FA6B-3EB7-A2B996F0D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C5AC8-7FA9-442A-76EA-62CAB8B87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7565-55C0-6816-16F2-67FC7C71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438BD-3898-B739-791E-76088B27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DAAC0-DC40-041B-B760-472834B0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88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5518A-6DD8-3A7F-5BCF-C829A1A6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2E90E-C784-5AD2-06B6-DE67B0687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06344-0895-2B5A-5539-0942CC12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C395-141E-DC19-B6C4-F5498DF9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05B2-AD15-7A10-2188-29FDA97A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74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0F475-DE01-0093-EE64-E82BAE888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E8EDC-261E-D266-CB5B-10B9AD356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22A0C-B848-2121-DC76-80D30EF0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BC810-EDBD-6461-6F01-C45844A3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8104-15B3-BD89-419F-5DE4CC4F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24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0F6AC-CAB1-9B7D-9B0D-6D448635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A0A1D-9B24-CE07-3DCB-33D69E002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2DA57-C699-BC1E-FDD7-9E621F0F4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75AE9-2191-4F12-A10E-E7411C55E7B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B1D47-2C4F-2299-3E91-6535A7A45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8369-B376-2223-76F9-1557A3C55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D79AA-8B6B-4F95-B66E-9F0A11972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77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FE29-60FB-20A9-3740-D7C92A9DD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Sub Query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19527-7F44-DD71-5677-C912B0FA3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NAVIN GARG</a:t>
            </a:r>
          </a:p>
        </p:txBody>
      </p:sp>
    </p:spTree>
    <p:extLst>
      <p:ext uri="{BB962C8B-B14F-4D97-AF65-F5344CB8AC3E}">
        <p14:creationId xmlns:p14="http://schemas.microsoft.com/office/powerpoint/2010/main" val="1788448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D3E8-95C2-EAC5-9790-BAA11A292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Sub Query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D97-D42A-0BB7-4DF0-690928623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SQL subquery, also known as a nested query or inner query, is a query within another SQL statement. </a:t>
            </a:r>
          </a:p>
          <a:p>
            <a:r>
              <a:rPr lang="en-US" dirty="0"/>
              <a:t>It allows you to use the result of one query as input in another query. </a:t>
            </a:r>
          </a:p>
          <a:p>
            <a:r>
              <a:rPr lang="en-US" dirty="0"/>
              <a:t>Subqueries are enclosed in parentheses and can be used in various parts of a SQL statement, including SELECT, FROM, and WHERE clauses. </a:t>
            </a:r>
          </a:p>
          <a:p>
            <a:r>
              <a:rPr lang="en-US" dirty="0"/>
              <a:t>They are a powerful tool for retrieving and manipulating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14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9DDB-7689-B54C-A679-FF456E9C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6A22-7C65-3A5E-527E-84CA48EF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You would use SQL subqueries when you want to:</a:t>
            </a:r>
          </a:p>
          <a:p>
            <a:endParaRPr lang="en-US" dirty="0"/>
          </a:p>
          <a:p>
            <a:r>
              <a:rPr lang="en-US" b="1" dirty="0"/>
              <a:t>Retrieve data based on the result of another query: </a:t>
            </a:r>
            <a:r>
              <a:rPr lang="en-US" dirty="0"/>
              <a:t>Use the output of one query as a filter or criteria for another query.</a:t>
            </a:r>
          </a:p>
          <a:p>
            <a:endParaRPr lang="en-US" dirty="0"/>
          </a:p>
          <a:p>
            <a:r>
              <a:rPr lang="en-US" b="1" dirty="0"/>
              <a:t>Simplify complex queries: </a:t>
            </a:r>
            <a:r>
              <a:rPr lang="en-US" dirty="0"/>
              <a:t>Break down complex problems into smaller, more manageable subqueries to improve query readability and maintainability.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50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C5FE-1F09-84FC-501A-E91DE556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E0790-604B-144B-7943-430481F76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Syntax</a:t>
            </a:r>
          </a:p>
          <a:p>
            <a:pPr marL="0" indent="0">
              <a:buNone/>
            </a:pPr>
            <a:r>
              <a:rPr lang="en-US" dirty="0"/>
              <a:t>The basic syntax for using a subquery in a SQL statement is as follows: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column1, column2, ...</a:t>
            </a:r>
          </a:p>
          <a:p>
            <a:pPr marL="0" indent="0">
              <a:buNone/>
            </a:pPr>
            <a:r>
              <a:rPr lang="en-US" dirty="0"/>
              <a:t>FROM table</a:t>
            </a:r>
          </a:p>
          <a:p>
            <a:pPr marL="0" indent="0">
              <a:buNone/>
            </a:pPr>
            <a:r>
              <a:rPr lang="en-US" dirty="0"/>
              <a:t>WHERE column operator (SELECT column FROM </a:t>
            </a:r>
            <a:r>
              <a:rPr lang="en-US" dirty="0" err="1"/>
              <a:t>another_table</a:t>
            </a:r>
            <a:r>
              <a:rPr lang="en-US" dirty="0"/>
              <a:t> WHERE condition);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098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9451-69D9-8E4F-C47B-B1E3BD11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10E3F-C782-12B5-A77F-F3FFD09F4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column1, column2</a:t>
            </a:r>
            <a:r>
              <a:rPr lang="en-US" dirty="0"/>
              <a:t>, ...: The columns you want to retrieve.</a:t>
            </a:r>
          </a:p>
          <a:p>
            <a:r>
              <a:rPr lang="en-US" b="1" dirty="0"/>
              <a:t>table:</a:t>
            </a:r>
            <a:r>
              <a:rPr lang="en-US" dirty="0"/>
              <a:t> The main table from which you want to select data.</a:t>
            </a:r>
          </a:p>
          <a:p>
            <a:r>
              <a:rPr lang="en-US" b="1" dirty="0"/>
              <a:t>column:</a:t>
            </a:r>
            <a:r>
              <a:rPr lang="en-US" dirty="0"/>
              <a:t> The column you want to compare or filter against in the main query.</a:t>
            </a:r>
          </a:p>
          <a:p>
            <a:r>
              <a:rPr lang="en-US" b="1" dirty="0"/>
              <a:t>operator:</a:t>
            </a:r>
            <a:r>
              <a:rPr lang="en-US" dirty="0"/>
              <a:t> An operator such as =, &gt;, &lt;, IN, NOT IN, etc.</a:t>
            </a:r>
          </a:p>
          <a:p>
            <a:r>
              <a:rPr lang="en-US" b="1" dirty="0" err="1"/>
              <a:t>another_table</a:t>
            </a:r>
            <a:r>
              <a:rPr lang="en-US" b="1" dirty="0"/>
              <a:t>: </a:t>
            </a:r>
            <a:r>
              <a:rPr lang="en-US" dirty="0"/>
              <a:t>The table from which you want to retrieve data for comparison.</a:t>
            </a:r>
          </a:p>
          <a:p>
            <a:r>
              <a:rPr lang="en-US" b="1" dirty="0"/>
              <a:t>condition:</a:t>
            </a:r>
            <a:r>
              <a:rPr lang="en-US" dirty="0"/>
              <a:t> The condition that specifies which records to select from the subquery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4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1E71-93AF-50AF-D418-1D0AFCA0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9D179-F54F-5AE5-8628-1F0A9E94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</a:t>
            </a:r>
          </a:p>
          <a:p>
            <a:r>
              <a:rPr lang="en-US" dirty="0"/>
              <a:t>Suppose you have a database with two tables, "employees" and "departments,"  </a:t>
            </a:r>
          </a:p>
          <a:p>
            <a:r>
              <a:rPr lang="en-US" dirty="0"/>
              <a:t>Employees( </a:t>
            </a:r>
            <a:r>
              <a:rPr lang="en-US" dirty="0" err="1"/>
              <a:t>emp_name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</a:t>
            </a:r>
          </a:p>
          <a:p>
            <a:r>
              <a:rPr lang="en-US" dirty="0"/>
              <a:t>Department(</a:t>
            </a:r>
            <a:r>
              <a:rPr lang="en-US" dirty="0" err="1"/>
              <a:t>dept_id</a:t>
            </a:r>
            <a:r>
              <a:rPr lang="en-US" dirty="0"/>
              <a:t>, </a:t>
            </a:r>
            <a:r>
              <a:rPr lang="en-US" dirty="0" err="1"/>
              <a:t>dept_name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9779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D793-3691-9C78-06F4-0C493071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BD875-C854-022D-D458-F3E0B3F68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Retrieve the names of employees in the "Sales" department.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employee_name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en-US" dirty="0"/>
              <a:t> = (SELECT </a:t>
            </a:r>
            <a:r>
              <a:rPr lang="en-US" dirty="0" err="1"/>
              <a:t>department_id</a:t>
            </a:r>
            <a:r>
              <a:rPr lang="en-US" dirty="0"/>
              <a:t> FROM departments WHERE </a:t>
            </a:r>
            <a:r>
              <a:rPr lang="en-US" dirty="0" err="1"/>
              <a:t>department_name</a:t>
            </a:r>
            <a:r>
              <a:rPr lang="en-US" dirty="0"/>
              <a:t> = 'Sales');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60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46DB-E34B-EF86-28BA-C211FE1C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674CB-F482-E908-DCFF-DEB7E20A1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 Row Subqueries use following operators</a:t>
            </a:r>
          </a:p>
          <a:p>
            <a:pPr marL="0" indent="0">
              <a:buNone/>
            </a:pPr>
            <a:r>
              <a:rPr lang="en-US" dirty="0"/>
              <a:t>ANY Operator</a:t>
            </a:r>
          </a:p>
          <a:p>
            <a:pPr marL="0" indent="0">
              <a:buNone/>
            </a:pPr>
            <a:r>
              <a:rPr lang="en-US" dirty="0"/>
              <a:t>ALL Operator</a:t>
            </a:r>
          </a:p>
          <a:p>
            <a:pPr marL="0" indent="0">
              <a:buNone/>
            </a:pPr>
            <a:r>
              <a:rPr lang="en-US" dirty="0"/>
              <a:t>EXISTS Operator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 SQL the above  operators are used in combination with subqueries to perform Comparisons &amp; Logical operations.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0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D27B-A671-AF58-4281-CAF7EEE31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906D-151E-0828-0D8B-D56E46CD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ANY Operator</a:t>
            </a:r>
          </a:p>
          <a:p>
            <a:endParaRPr lang="en-US" dirty="0"/>
          </a:p>
          <a:p>
            <a:r>
              <a:rPr lang="en-US" dirty="0"/>
              <a:t>The ANY Operator is used in combination with Comparison Operator to compare a value with a set of values returned by a Sub query.</a:t>
            </a:r>
          </a:p>
          <a:p>
            <a:r>
              <a:rPr lang="en-US" dirty="0"/>
              <a:t>It returns True if the comparison holds true for at least one value in the set.</a:t>
            </a:r>
          </a:p>
          <a:p>
            <a:r>
              <a:rPr lang="en-US" dirty="0"/>
              <a:t>The ANY operator is typically used with the WHERE or HAVING clause</a:t>
            </a:r>
          </a:p>
          <a:p>
            <a:pPr marL="0" indent="0">
              <a:buNone/>
            </a:pPr>
            <a:r>
              <a:rPr lang="en-US" dirty="0"/>
              <a:t>to Filter rows on specific conditions 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35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9A42-78AB-CB39-C2DA-37C1C7B2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EA98-40B4-3B8C-9BDF-7BE1D700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 ANY Operator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columnn</a:t>
            </a:r>
            <a:r>
              <a:rPr lang="en-US" dirty="0"/>
              <a:t> names</a:t>
            </a:r>
          </a:p>
          <a:p>
            <a:pPr marL="0" indent="0">
              <a:buNone/>
            </a:pPr>
            <a:r>
              <a:rPr lang="en-US" dirty="0"/>
              <a:t>From Table Name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col_Name</a:t>
            </a:r>
            <a:r>
              <a:rPr lang="en-US" dirty="0"/>
              <a:t> operator ANY( Sub query);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Comparison Operator(=, &lt;,&gt;,&lt;=,&gt;=, !=)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98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07D6-DE0C-9DC8-C326-C2DFFCEC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14A4F-A977-C783-4F74-ADEE7F49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1494503"/>
            <a:ext cx="10636045" cy="5303793"/>
          </a:xfrm>
        </p:spPr>
        <p:txBody>
          <a:bodyPr/>
          <a:lstStyle/>
          <a:p>
            <a:r>
              <a:rPr lang="en-US" dirty="0"/>
              <a:t>Emp 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B29CE2-F473-8CA0-5613-6AED888F4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374618"/>
              </p:ext>
            </p:extLst>
          </p:nvPr>
        </p:nvGraphicFramePr>
        <p:xfrm>
          <a:off x="1897626" y="2025445"/>
          <a:ext cx="8262376" cy="4678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594">
                  <a:extLst>
                    <a:ext uri="{9D8B030D-6E8A-4147-A177-3AD203B41FA5}">
                      <a16:colId xmlns:a16="http://schemas.microsoft.com/office/drawing/2014/main" val="2074685128"/>
                    </a:ext>
                  </a:extLst>
                </a:gridCol>
                <a:gridCol w="2065594">
                  <a:extLst>
                    <a:ext uri="{9D8B030D-6E8A-4147-A177-3AD203B41FA5}">
                      <a16:colId xmlns:a16="http://schemas.microsoft.com/office/drawing/2014/main" val="1473521983"/>
                    </a:ext>
                  </a:extLst>
                </a:gridCol>
                <a:gridCol w="2063134">
                  <a:extLst>
                    <a:ext uri="{9D8B030D-6E8A-4147-A177-3AD203B41FA5}">
                      <a16:colId xmlns:a16="http://schemas.microsoft.com/office/drawing/2014/main" val="2518060459"/>
                    </a:ext>
                  </a:extLst>
                </a:gridCol>
                <a:gridCol w="2068054">
                  <a:extLst>
                    <a:ext uri="{9D8B030D-6E8A-4147-A177-3AD203B41FA5}">
                      <a16:colId xmlns:a16="http://schemas.microsoft.com/office/drawing/2014/main" val="4001812214"/>
                    </a:ext>
                  </a:extLst>
                </a:gridCol>
              </a:tblGrid>
              <a:tr h="610679"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90640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21849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375815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698136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262069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054183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302437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043803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Paul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172416"/>
                  </a:ext>
                </a:extLst>
              </a:tr>
              <a:tr h="428528"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6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729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640B-DE3A-BEC4-DEE7-D6E0D28E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6543A-C09A-B549-796A-B058B71B7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Find all employees from the emp table whose salary is equal to ANY salary in the HR department</a:t>
            </a:r>
          </a:p>
          <a:p>
            <a:endParaRPr lang="en-US" dirty="0"/>
          </a:p>
          <a:p>
            <a:r>
              <a:rPr lang="en-US" dirty="0"/>
              <a:t>Select Name from emp</a:t>
            </a:r>
          </a:p>
          <a:p>
            <a:pPr marL="0" indent="0">
              <a:buNone/>
            </a:pPr>
            <a:r>
              <a:rPr lang="en-US" dirty="0"/>
              <a:t>Where Salary= ANY ( Select Salary From emp Where dept=“ HR”);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O/P 2000,3000</a:t>
            </a:r>
          </a:p>
          <a:p>
            <a:pPr marL="0" indent="0">
              <a:buNone/>
            </a:pPr>
            <a:r>
              <a:rPr lang="en-US" dirty="0"/>
              <a:t>O/P</a:t>
            </a:r>
          </a:p>
          <a:p>
            <a:pPr marL="0" indent="0">
              <a:buNone/>
            </a:pPr>
            <a:r>
              <a:rPr lang="en-US" dirty="0"/>
              <a:t>JACK</a:t>
            </a:r>
          </a:p>
          <a:p>
            <a:pPr marL="0" indent="0">
              <a:buNone/>
            </a:pPr>
            <a:r>
              <a:rPr lang="en-US" dirty="0"/>
              <a:t>TOM</a:t>
            </a:r>
          </a:p>
          <a:p>
            <a:pPr marL="0" indent="0">
              <a:buNone/>
            </a:pPr>
            <a:r>
              <a:rPr lang="en-US" dirty="0"/>
              <a:t>MIKE</a:t>
            </a:r>
          </a:p>
          <a:p>
            <a:pPr marL="0" indent="0">
              <a:buNone/>
            </a:pPr>
            <a:r>
              <a:rPr lang="en-US" dirty="0"/>
              <a:t>HAN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87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B857-4D66-F512-BE6D-E5DD88F9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F679-0CBD-4D6F-28A5-F32AAF8A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ALL Operator </a:t>
            </a:r>
          </a:p>
          <a:p>
            <a:r>
              <a:rPr lang="en-US" dirty="0"/>
              <a:t>The ALL operator is used in combination with comparison operators to compare a value with a set of values returned by a subquery.</a:t>
            </a:r>
          </a:p>
          <a:p>
            <a:r>
              <a:rPr lang="en-US" b="1" dirty="0"/>
              <a:t>SYNTAX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columnn</a:t>
            </a:r>
            <a:r>
              <a:rPr lang="en-US" dirty="0"/>
              <a:t> names</a:t>
            </a:r>
          </a:p>
          <a:p>
            <a:pPr marL="0" indent="0">
              <a:buNone/>
            </a:pPr>
            <a:r>
              <a:rPr lang="en-US" dirty="0"/>
              <a:t>From Table Name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col_Name</a:t>
            </a:r>
            <a:r>
              <a:rPr lang="en-US" dirty="0"/>
              <a:t> operator ALL( Sub query);</a:t>
            </a:r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5340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DEA3-FBC4-787D-1182-606B07CA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BE63-9D65-AB58-667E-07D23E2BB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Retrieve All employees whose salary is greater than the salary of all employees in the account department.</a:t>
            </a:r>
          </a:p>
          <a:p>
            <a:endParaRPr lang="en-US" dirty="0"/>
          </a:p>
          <a:p>
            <a:r>
              <a:rPr lang="en-US" dirty="0"/>
              <a:t>Select * from emp </a:t>
            </a:r>
          </a:p>
          <a:p>
            <a:pPr marL="0" indent="0">
              <a:buNone/>
            </a:pPr>
            <a:r>
              <a:rPr lang="en-US" dirty="0"/>
              <a:t>Where Salary&gt; ALL( Select Salary from Emp where dept=‘Account);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o/p 5300 2000</a:t>
            </a:r>
          </a:p>
          <a:p>
            <a:pPr marL="0" indent="0">
              <a:buNone/>
            </a:pPr>
            <a:r>
              <a:rPr lang="en-US" dirty="0"/>
              <a:t>O/P</a:t>
            </a:r>
          </a:p>
          <a:p>
            <a:pPr marL="0" indent="0">
              <a:buNone/>
            </a:pPr>
            <a:r>
              <a:rPr lang="en-US" dirty="0"/>
              <a:t>MACK      6000</a:t>
            </a:r>
          </a:p>
          <a:p>
            <a:pPr marL="0" indent="0">
              <a:buNone/>
            </a:pPr>
            <a:r>
              <a:rPr lang="en-US" dirty="0"/>
              <a:t>Mack is the only employee whose salary is greater than 2000 &amp; 5300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527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58E7-4736-B1F7-3E85-DE1A07FC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02F0E-8FBD-CD2E-CE18-ADFF3D1D3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EXISTS OPERATOR</a:t>
            </a:r>
          </a:p>
          <a:p>
            <a:endParaRPr lang="en-US" dirty="0"/>
          </a:p>
          <a:p>
            <a:r>
              <a:rPr lang="en-US" dirty="0"/>
              <a:t>EXISTS operator is a Logical operator used to test for the existence of any record  in a subquery</a:t>
            </a:r>
          </a:p>
          <a:p>
            <a:r>
              <a:rPr lang="en-US" dirty="0"/>
              <a:t>Syntax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columnn</a:t>
            </a:r>
            <a:r>
              <a:rPr lang="en-US" dirty="0"/>
              <a:t> names</a:t>
            </a:r>
          </a:p>
          <a:p>
            <a:pPr marL="0" indent="0">
              <a:buNone/>
            </a:pPr>
            <a:r>
              <a:rPr lang="en-US" dirty="0"/>
              <a:t>From Table Name</a:t>
            </a:r>
          </a:p>
          <a:p>
            <a:pPr marL="0" indent="0">
              <a:buNone/>
            </a:pPr>
            <a:r>
              <a:rPr lang="en-US" dirty="0"/>
              <a:t>Where  EXISTS ( Sub query);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518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BD86-74EB-C4D4-F2C6-40DAE8F2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5F9F-EA8D-E6E9-B36B-B9753829E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 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5F9D86-3560-5FE1-45F3-516BB4696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216644"/>
              </p:ext>
            </p:extLst>
          </p:nvPr>
        </p:nvGraphicFramePr>
        <p:xfrm>
          <a:off x="1117600" y="2469808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980458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05659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47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DOE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903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MICHAEL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84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EMILY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09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8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196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FC1A-D197-6387-C8C8-D1B1622C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4878-38F8-1403-11CC-4C3054A25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65EF12-5075-1B79-E24D-945A2767E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04341"/>
              </p:ext>
            </p:extLst>
          </p:nvPr>
        </p:nvGraphicFramePr>
        <p:xfrm>
          <a:off x="1363406" y="2517934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499682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319355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5904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TOTAL_AMT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0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61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401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04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07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852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269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583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39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D74F-4A0C-64A5-89B2-E3AAD277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E626-8294-8D67-6FB7-8B64C6704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Write an SQL Query to retrieve the names of customers who have placed at least one order</a:t>
            </a:r>
          </a:p>
          <a:p>
            <a:r>
              <a:rPr lang="en-US" dirty="0"/>
              <a:t>Select Name from </a:t>
            </a:r>
            <a:r>
              <a:rPr lang="en-US" dirty="0" err="1"/>
              <a:t>cust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EXISTS (Select * from orders </a:t>
            </a:r>
            <a:r>
              <a:rPr lang="en-IN" dirty="0"/>
              <a:t> where order. </a:t>
            </a:r>
            <a:r>
              <a:rPr lang="en-IN" dirty="0" err="1"/>
              <a:t>Cust_id</a:t>
            </a:r>
            <a:r>
              <a:rPr lang="en-IN" dirty="0"/>
              <a:t>=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</a:t>
            </a:r>
            <a:r>
              <a:rPr lang="en-IN" dirty="0" err="1"/>
              <a:t>cust.cust_id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It will scan orders table &amp; find if </a:t>
            </a:r>
            <a:r>
              <a:rPr lang="en-IN" dirty="0" err="1"/>
              <a:t>cust_id</a:t>
            </a:r>
            <a:r>
              <a:rPr lang="en-IN" dirty="0"/>
              <a:t> EXISTS in Order table.</a:t>
            </a:r>
          </a:p>
          <a:p>
            <a:pPr marL="0" indent="0">
              <a:buNone/>
            </a:pPr>
            <a:r>
              <a:rPr lang="en-IN" dirty="0"/>
              <a:t>O/P</a:t>
            </a:r>
          </a:p>
          <a:p>
            <a:pPr marL="0" indent="0">
              <a:buNone/>
            </a:pPr>
            <a:r>
              <a:rPr lang="en-IN" dirty="0"/>
              <a:t>JOHN </a:t>
            </a:r>
          </a:p>
          <a:p>
            <a:pPr marL="0" indent="0">
              <a:buNone/>
            </a:pPr>
            <a:r>
              <a:rPr lang="en-IN" dirty="0"/>
              <a:t>JANE</a:t>
            </a:r>
          </a:p>
          <a:p>
            <a:pPr marL="0" indent="0">
              <a:buNone/>
            </a:pPr>
            <a:r>
              <a:rPr lang="en-IN" dirty="0"/>
              <a:t>MICHAEL</a:t>
            </a:r>
          </a:p>
          <a:p>
            <a:pPr marL="0" indent="0">
              <a:buNone/>
            </a:pPr>
            <a:r>
              <a:rPr lang="en-IN" dirty="0"/>
              <a:t>DAVID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3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F1F3-2111-4D80-20EE-F16B79A2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74460-98C4-0082-BD16-B82E1CA27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55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6A42-6B0F-C28A-054E-828B2DDA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8363C-45FD-4EFF-63FF-9FB720C70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95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821</Words>
  <Application>Microsoft Office PowerPoint</Application>
  <PresentationFormat>Widescreen</PresentationFormat>
  <Paragraphs>191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  <vt:lpstr>Sub Query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Garg</dc:creator>
  <cp:lastModifiedBy>Navin Garg</cp:lastModifiedBy>
  <cp:revision>33</cp:revision>
  <dcterms:created xsi:type="dcterms:W3CDTF">2025-03-05T04:21:36Z</dcterms:created>
  <dcterms:modified xsi:type="dcterms:W3CDTF">2026-04-08T04:01:45Z</dcterms:modified>
</cp:coreProperties>
</file>