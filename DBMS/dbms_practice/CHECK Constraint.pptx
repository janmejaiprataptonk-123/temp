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1" r:id="rId5"/>
    <p:sldId id="260" r:id="rId6"/>
    <p:sldId id="259" r:id="rId7"/>
    <p:sldId id="262" r:id="rId8"/>
    <p:sldId id="25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34A55-CC18-5E74-2F86-6348B6A1D4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850E2D2-0011-51AC-46A5-04208C6398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F9EED59-56F0-C1ED-1BE2-F9396241DF3B}"/>
              </a:ext>
            </a:extLst>
          </p:cNvPr>
          <p:cNvSpPr>
            <a:spLocks noGrp="1"/>
          </p:cNvSpPr>
          <p:nvPr>
            <p:ph type="dt" sz="half" idx="10"/>
          </p:nvPr>
        </p:nvSpPr>
        <p:spPr/>
        <p:txBody>
          <a:bodyPr/>
          <a:lstStyle/>
          <a:p>
            <a:fld id="{6B2524D1-B35F-4B2D-9C03-DB021DAD45F2}" type="datetimeFigureOut">
              <a:rPr lang="en-IN" smtClean="0"/>
              <a:t>30-07-2026</a:t>
            </a:fld>
            <a:endParaRPr lang="en-IN"/>
          </a:p>
        </p:txBody>
      </p:sp>
      <p:sp>
        <p:nvSpPr>
          <p:cNvPr id="5" name="Footer Placeholder 4">
            <a:extLst>
              <a:ext uri="{FF2B5EF4-FFF2-40B4-BE49-F238E27FC236}">
                <a16:creationId xmlns:a16="http://schemas.microsoft.com/office/drawing/2014/main" id="{998F400C-B1C4-EE6C-2A1A-B6D2FC29E2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D6DE70-C4B8-2180-0033-E01091510DA5}"/>
              </a:ext>
            </a:extLst>
          </p:cNvPr>
          <p:cNvSpPr>
            <a:spLocks noGrp="1"/>
          </p:cNvSpPr>
          <p:nvPr>
            <p:ph type="sldNum" sz="quarter" idx="12"/>
          </p:nvPr>
        </p:nvSpPr>
        <p:spPr/>
        <p:txBody>
          <a:bodyPr/>
          <a:lstStyle/>
          <a:p>
            <a:fld id="{00D9921D-EB15-4908-8AC9-C411A04B55D2}" type="slidenum">
              <a:rPr lang="en-IN" smtClean="0"/>
              <a:t>‹#›</a:t>
            </a:fld>
            <a:endParaRPr lang="en-IN"/>
          </a:p>
        </p:txBody>
      </p:sp>
    </p:spTree>
    <p:extLst>
      <p:ext uri="{BB962C8B-B14F-4D97-AF65-F5344CB8AC3E}">
        <p14:creationId xmlns:p14="http://schemas.microsoft.com/office/powerpoint/2010/main" val="1973767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184BF-8902-7B2D-57B5-8C1B8CB450C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7A14DF8-BACA-BABF-2ACE-CCC24A0D26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EE3FC1-61B5-436F-6917-4C085C2C252D}"/>
              </a:ext>
            </a:extLst>
          </p:cNvPr>
          <p:cNvSpPr>
            <a:spLocks noGrp="1"/>
          </p:cNvSpPr>
          <p:nvPr>
            <p:ph type="dt" sz="half" idx="10"/>
          </p:nvPr>
        </p:nvSpPr>
        <p:spPr/>
        <p:txBody>
          <a:bodyPr/>
          <a:lstStyle/>
          <a:p>
            <a:fld id="{6B2524D1-B35F-4B2D-9C03-DB021DAD45F2}" type="datetimeFigureOut">
              <a:rPr lang="en-IN" smtClean="0"/>
              <a:t>30-07-2026</a:t>
            </a:fld>
            <a:endParaRPr lang="en-IN"/>
          </a:p>
        </p:txBody>
      </p:sp>
      <p:sp>
        <p:nvSpPr>
          <p:cNvPr id="5" name="Footer Placeholder 4">
            <a:extLst>
              <a:ext uri="{FF2B5EF4-FFF2-40B4-BE49-F238E27FC236}">
                <a16:creationId xmlns:a16="http://schemas.microsoft.com/office/drawing/2014/main" id="{88ECD1A4-2799-884B-446C-F22BA4D5AB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C32483-7021-8F0C-D9BD-3B40823020CD}"/>
              </a:ext>
            </a:extLst>
          </p:cNvPr>
          <p:cNvSpPr>
            <a:spLocks noGrp="1"/>
          </p:cNvSpPr>
          <p:nvPr>
            <p:ph type="sldNum" sz="quarter" idx="12"/>
          </p:nvPr>
        </p:nvSpPr>
        <p:spPr/>
        <p:txBody>
          <a:bodyPr/>
          <a:lstStyle/>
          <a:p>
            <a:fld id="{00D9921D-EB15-4908-8AC9-C411A04B55D2}" type="slidenum">
              <a:rPr lang="en-IN" smtClean="0"/>
              <a:t>‹#›</a:t>
            </a:fld>
            <a:endParaRPr lang="en-IN"/>
          </a:p>
        </p:txBody>
      </p:sp>
    </p:spTree>
    <p:extLst>
      <p:ext uri="{BB962C8B-B14F-4D97-AF65-F5344CB8AC3E}">
        <p14:creationId xmlns:p14="http://schemas.microsoft.com/office/powerpoint/2010/main" val="2856440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8530F-45F5-AAF9-DB0E-1225C8274B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9512565-DEA0-F732-C070-6E45757573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9234B1-50E8-85A5-7B07-17CE9ABF4006}"/>
              </a:ext>
            </a:extLst>
          </p:cNvPr>
          <p:cNvSpPr>
            <a:spLocks noGrp="1"/>
          </p:cNvSpPr>
          <p:nvPr>
            <p:ph type="dt" sz="half" idx="10"/>
          </p:nvPr>
        </p:nvSpPr>
        <p:spPr/>
        <p:txBody>
          <a:bodyPr/>
          <a:lstStyle/>
          <a:p>
            <a:fld id="{6B2524D1-B35F-4B2D-9C03-DB021DAD45F2}" type="datetimeFigureOut">
              <a:rPr lang="en-IN" smtClean="0"/>
              <a:t>30-07-2026</a:t>
            </a:fld>
            <a:endParaRPr lang="en-IN"/>
          </a:p>
        </p:txBody>
      </p:sp>
      <p:sp>
        <p:nvSpPr>
          <p:cNvPr id="5" name="Footer Placeholder 4">
            <a:extLst>
              <a:ext uri="{FF2B5EF4-FFF2-40B4-BE49-F238E27FC236}">
                <a16:creationId xmlns:a16="http://schemas.microsoft.com/office/drawing/2014/main" id="{CACCBE3E-43FB-1ED4-7888-B8CA9B049B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194B3E-5BC3-9312-1F96-DD2B80C8A252}"/>
              </a:ext>
            </a:extLst>
          </p:cNvPr>
          <p:cNvSpPr>
            <a:spLocks noGrp="1"/>
          </p:cNvSpPr>
          <p:nvPr>
            <p:ph type="sldNum" sz="quarter" idx="12"/>
          </p:nvPr>
        </p:nvSpPr>
        <p:spPr/>
        <p:txBody>
          <a:bodyPr/>
          <a:lstStyle/>
          <a:p>
            <a:fld id="{00D9921D-EB15-4908-8AC9-C411A04B55D2}" type="slidenum">
              <a:rPr lang="en-IN" smtClean="0"/>
              <a:t>‹#›</a:t>
            </a:fld>
            <a:endParaRPr lang="en-IN"/>
          </a:p>
        </p:txBody>
      </p:sp>
    </p:spTree>
    <p:extLst>
      <p:ext uri="{BB962C8B-B14F-4D97-AF65-F5344CB8AC3E}">
        <p14:creationId xmlns:p14="http://schemas.microsoft.com/office/powerpoint/2010/main" val="634993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41476-4D93-8186-3D9C-E7085C84A5E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9F5713-9955-FEBA-9B30-9EE6BA9DDC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3497A27-ACDF-41C0-962D-4997471145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3B75B77-68CD-B9F2-D55A-7A4FDCB503D9}"/>
              </a:ext>
            </a:extLst>
          </p:cNvPr>
          <p:cNvSpPr>
            <a:spLocks noGrp="1"/>
          </p:cNvSpPr>
          <p:nvPr>
            <p:ph type="dt" sz="half" idx="10"/>
          </p:nvPr>
        </p:nvSpPr>
        <p:spPr/>
        <p:txBody>
          <a:bodyPr/>
          <a:lstStyle/>
          <a:p>
            <a:fld id="{6B2524D1-B35F-4B2D-9C03-DB021DAD45F2}" type="datetimeFigureOut">
              <a:rPr lang="en-IN" smtClean="0"/>
              <a:t>30-07-2026</a:t>
            </a:fld>
            <a:endParaRPr lang="en-IN"/>
          </a:p>
        </p:txBody>
      </p:sp>
      <p:sp>
        <p:nvSpPr>
          <p:cNvPr id="6" name="Footer Placeholder 5">
            <a:extLst>
              <a:ext uri="{FF2B5EF4-FFF2-40B4-BE49-F238E27FC236}">
                <a16:creationId xmlns:a16="http://schemas.microsoft.com/office/drawing/2014/main" id="{7A90202C-3851-28CC-CCE5-71C2D1AC46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5F83C23-F1EC-96CF-9787-F680B784F618}"/>
              </a:ext>
            </a:extLst>
          </p:cNvPr>
          <p:cNvSpPr>
            <a:spLocks noGrp="1"/>
          </p:cNvSpPr>
          <p:nvPr>
            <p:ph type="sldNum" sz="quarter" idx="12"/>
          </p:nvPr>
        </p:nvSpPr>
        <p:spPr/>
        <p:txBody>
          <a:bodyPr/>
          <a:lstStyle/>
          <a:p>
            <a:fld id="{00D9921D-EB15-4908-8AC9-C411A04B55D2}" type="slidenum">
              <a:rPr lang="en-IN" smtClean="0"/>
              <a:t>‹#›</a:t>
            </a:fld>
            <a:endParaRPr lang="en-IN"/>
          </a:p>
        </p:txBody>
      </p:sp>
    </p:spTree>
    <p:extLst>
      <p:ext uri="{BB962C8B-B14F-4D97-AF65-F5344CB8AC3E}">
        <p14:creationId xmlns:p14="http://schemas.microsoft.com/office/powerpoint/2010/main" val="2958533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57028-FA43-1C0A-5467-0E229354367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A8CBBA-3F09-EAEC-0A38-BB4020F45E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DE7D14-4448-1A22-2507-B36188B2E0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05A7F77-0773-3D6E-DC8E-3F99DD58DA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ECD3FD-0678-4C39-3515-150BD9B5F9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3A1EAA8-BD85-D591-38CE-0AC443DE947A}"/>
              </a:ext>
            </a:extLst>
          </p:cNvPr>
          <p:cNvSpPr>
            <a:spLocks noGrp="1"/>
          </p:cNvSpPr>
          <p:nvPr>
            <p:ph type="dt" sz="half" idx="10"/>
          </p:nvPr>
        </p:nvSpPr>
        <p:spPr/>
        <p:txBody>
          <a:bodyPr/>
          <a:lstStyle/>
          <a:p>
            <a:fld id="{6B2524D1-B35F-4B2D-9C03-DB021DAD45F2}" type="datetimeFigureOut">
              <a:rPr lang="en-IN" smtClean="0"/>
              <a:t>30-07-2026</a:t>
            </a:fld>
            <a:endParaRPr lang="en-IN"/>
          </a:p>
        </p:txBody>
      </p:sp>
      <p:sp>
        <p:nvSpPr>
          <p:cNvPr id="8" name="Footer Placeholder 7">
            <a:extLst>
              <a:ext uri="{FF2B5EF4-FFF2-40B4-BE49-F238E27FC236}">
                <a16:creationId xmlns:a16="http://schemas.microsoft.com/office/drawing/2014/main" id="{8F0B5EC2-0DF1-9F48-65D5-41DD9EBBBCE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30949C3-04A1-FB92-11C9-17421B4E2523}"/>
              </a:ext>
            </a:extLst>
          </p:cNvPr>
          <p:cNvSpPr>
            <a:spLocks noGrp="1"/>
          </p:cNvSpPr>
          <p:nvPr>
            <p:ph type="sldNum" sz="quarter" idx="12"/>
          </p:nvPr>
        </p:nvSpPr>
        <p:spPr/>
        <p:txBody>
          <a:bodyPr/>
          <a:lstStyle/>
          <a:p>
            <a:fld id="{00D9921D-EB15-4908-8AC9-C411A04B55D2}" type="slidenum">
              <a:rPr lang="en-IN" smtClean="0"/>
              <a:t>‹#›</a:t>
            </a:fld>
            <a:endParaRPr lang="en-IN"/>
          </a:p>
        </p:txBody>
      </p:sp>
    </p:spTree>
    <p:extLst>
      <p:ext uri="{BB962C8B-B14F-4D97-AF65-F5344CB8AC3E}">
        <p14:creationId xmlns:p14="http://schemas.microsoft.com/office/powerpoint/2010/main" val="2716541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51177-8DFB-7870-5F24-F254A69515B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EF5647E-061B-AF7E-4943-4A04873891BD}"/>
              </a:ext>
            </a:extLst>
          </p:cNvPr>
          <p:cNvSpPr>
            <a:spLocks noGrp="1"/>
          </p:cNvSpPr>
          <p:nvPr>
            <p:ph type="dt" sz="half" idx="10"/>
          </p:nvPr>
        </p:nvSpPr>
        <p:spPr/>
        <p:txBody>
          <a:bodyPr/>
          <a:lstStyle/>
          <a:p>
            <a:fld id="{6B2524D1-B35F-4B2D-9C03-DB021DAD45F2}" type="datetimeFigureOut">
              <a:rPr lang="en-IN" smtClean="0"/>
              <a:t>30-07-2026</a:t>
            </a:fld>
            <a:endParaRPr lang="en-IN"/>
          </a:p>
        </p:txBody>
      </p:sp>
      <p:sp>
        <p:nvSpPr>
          <p:cNvPr id="4" name="Footer Placeholder 3">
            <a:extLst>
              <a:ext uri="{FF2B5EF4-FFF2-40B4-BE49-F238E27FC236}">
                <a16:creationId xmlns:a16="http://schemas.microsoft.com/office/drawing/2014/main" id="{5EB071D1-3D96-C4C3-1936-EF4568BA68A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AC59023-BEA9-5193-739F-43C3F60487A9}"/>
              </a:ext>
            </a:extLst>
          </p:cNvPr>
          <p:cNvSpPr>
            <a:spLocks noGrp="1"/>
          </p:cNvSpPr>
          <p:nvPr>
            <p:ph type="sldNum" sz="quarter" idx="12"/>
          </p:nvPr>
        </p:nvSpPr>
        <p:spPr/>
        <p:txBody>
          <a:bodyPr/>
          <a:lstStyle/>
          <a:p>
            <a:fld id="{00D9921D-EB15-4908-8AC9-C411A04B55D2}" type="slidenum">
              <a:rPr lang="en-IN" smtClean="0"/>
              <a:t>‹#›</a:t>
            </a:fld>
            <a:endParaRPr lang="en-IN"/>
          </a:p>
        </p:txBody>
      </p:sp>
    </p:spTree>
    <p:extLst>
      <p:ext uri="{BB962C8B-B14F-4D97-AF65-F5344CB8AC3E}">
        <p14:creationId xmlns:p14="http://schemas.microsoft.com/office/powerpoint/2010/main" val="4149447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AB20C9-DE05-64F3-E429-6E6EF61EAADD}"/>
              </a:ext>
            </a:extLst>
          </p:cNvPr>
          <p:cNvSpPr>
            <a:spLocks noGrp="1"/>
          </p:cNvSpPr>
          <p:nvPr>
            <p:ph type="dt" sz="half" idx="10"/>
          </p:nvPr>
        </p:nvSpPr>
        <p:spPr/>
        <p:txBody>
          <a:bodyPr/>
          <a:lstStyle/>
          <a:p>
            <a:fld id="{6B2524D1-B35F-4B2D-9C03-DB021DAD45F2}" type="datetimeFigureOut">
              <a:rPr lang="en-IN" smtClean="0"/>
              <a:t>30-07-2026</a:t>
            </a:fld>
            <a:endParaRPr lang="en-IN"/>
          </a:p>
        </p:txBody>
      </p:sp>
      <p:sp>
        <p:nvSpPr>
          <p:cNvPr id="3" name="Footer Placeholder 2">
            <a:extLst>
              <a:ext uri="{FF2B5EF4-FFF2-40B4-BE49-F238E27FC236}">
                <a16:creationId xmlns:a16="http://schemas.microsoft.com/office/drawing/2014/main" id="{3335712A-FC5D-0C75-903A-01842BC1E50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547EC70-BC23-52A0-4CB9-05FABA5FF0DC}"/>
              </a:ext>
            </a:extLst>
          </p:cNvPr>
          <p:cNvSpPr>
            <a:spLocks noGrp="1"/>
          </p:cNvSpPr>
          <p:nvPr>
            <p:ph type="sldNum" sz="quarter" idx="12"/>
          </p:nvPr>
        </p:nvSpPr>
        <p:spPr/>
        <p:txBody>
          <a:bodyPr/>
          <a:lstStyle/>
          <a:p>
            <a:fld id="{00D9921D-EB15-4908-8AC9-C411A04B55D2}" type="slidenum">
              <a:rPr lang="en-IN" smtClean="0"/>
              <a:t>‹#›</a:t>
            </a:fld>
            <a:endParaRPr lang="en-IN"/>
          </a:p>
        </p:txBody>
      </p:sp>
    </p:spTree>
    <p:extLst>
      <p:ext uri="{BB962C8B-B14F-4D97-AF65-F5344CB8AC3E}">
        <p14:creationId xmlns:p14="http://schemas.microsoft.com/office/powerpoint/2010/main" val="1905433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32ADA-A36A-FE08-D341-CCFA068247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522D5B9-B87D-DE44-4B56-8F395FCA8D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BB4097D-1370-6D9C-7CA1-A87EF2A370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DA80E6-F0E3-CCE1-10F7-C41AC2B3CBCA}"/>
              </a:ext>
            </a:extLst>
          </p:cNvPr>
          <p:cNvSpPr>
            <a:spLocks noGrp="1"/>
          </p:cNvSpPr>
          <p:nvPr>
            <p:ph type="dt" sz="half" idx="10"/>
          </p:nvPr>
        </p:nvSpPr>
        <p:spPr/>
        <p:txBody>
          <a:bodyPr/>
          <a:lstStyle/>
          <a:p>
            <a:fld id="{6B2524D1-B35F-4B2D-9C03-DB021DAD45F2}" type="datetimeFigureOut">
              <a:rPr lang="en-IN" smtClean="0"/>
              <a:t>30-07-2026</a:t>
            </a:fld>
            <a:endParaRPr lang="en-IN"/>
          </a:p>
        </p:txBody>
      </p:sp>
      <p:sp>
        <p:nvSpPr>
          <p:cNvPr id="6" name="Footer Placeholder 5">
            <a:extLst>
              <a:ext uri="{FF2B5EF4-FFF2-40B4-BE49-F238E27FC236}">
                <a16:creationId xmlns:a16="http://schemas.microsoft.com/office/drawing/2014/main" id="{A565D689-96DA-959B-44F9-022324782B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F46A20-FAFE-6A49-36DF-9A31A37E8DF9}"/>
              </a:ext>
            </a:extLst>
          </p:cNvPr>
          <p:cNvSpPr>
            <a:spLocks noGrp="1"/>
          </p:cNvSpPr>
          <p:nvPr>
            <p:ph type="sldNum" sz="quarter" idx="12"/>
          </p:nvPr>
        </p:nvSpPr>
        <p:spPr/>
        <p:txBody>
          <a:bodyPr/>
          <a:lstStyle/>
          <a:p>
            <a:fld id="{00D9921D-EB15-4908-8AC9-C411A04B55D2}" type="slidenum">
              <a:rPr lang="en-IN" smtClean="0"/>
              <a:t>‹#›</a:t>
            </a:fld>
            <a:endParaRPr lang="en-IN"/>
          </a:p>
        </p:txBody>
      </p:sp>
    </p:spTree>
    <p:extLst>
      <p:ext uri="{BB962C8B-B14F-4D97-AF65-F5344CB8AC3E}">
        <p14:creationId xmlns:p14="http://schemas.microsoft.com/office/powerpoint/2010/main" val="876352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423C5-DA93-3D85-93AD-C5EB6D6650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A3B2D92-F965-BA54-A1DB-7CC12769D5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DD2335-E23A-1746-09C7-4C3E11D03C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F8B3E0-B8C5-79FD-F732-127D4A4B6614}"/>
              </a:ext>
            </a:extLst>
          </p:cNvPr>
          <p:cNvSpPr>
            <a:spLocks noGrp="1"/>
          </p:cNvSpPr>
          <p:nvPr>
            <p:ph type="dt" sz="half" idx="10"/>
          </p:nvPr>
        </p:nvSpPr>
        <p:spPr/>
        <p:txBody>
          <a:bodyPr/>
          <a:lstStyle/>
          <a:p>
            <a:fld id="{6B2524D1-B35F-4B2D-9C03-DB021DAD45F2}" type="datetimeFigureOut">
              <a:rPr lang="en-IN" smtClean="0"/>
              <a:t>30-07-2026</a:t>
            </a:fld>
            <a:endParaRPr lang="en-IN"/>
          </a:p>
        </p:txBody>
      </p:sp>
      <p:sp>
        <p:nvSpPr>
          <p:cNvPr id="6" name="Footer Placeholder 5">
            <a:extLst>
              <a:ext uri="{FF2B5EF4-FFF2-40B4-BE49-F238E27FC236}">
                <a16:creationId xmlns:a16="http://schemas.microsoft.com/office/drawing/2014/main" id="{B28BD416-8254-15A1-BA48-6726F6D0D7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292B7E-6861-E5E5-51D7-F39379167735}"/>
              </a:ext>
            </a:extLst>
          </p:cNvPr>
          <p:cNvSpPr>
            <a:spLocks noGrp="1"/>
          </p:cNvSpPr>
          <p:nvPr>
            <p:ph type="sldNum" sz="quarter" idx="12"/>
          </p:nvPr>
        </p:nvSpPr>
        <p:spPr/>
        <p:txBody>
          <a:bodyPr/>
          <a:lstStyle/>
          <a:p>
            <a:fld id="{00D9921D-EB15-4908-8AC9-C411A04B55D2}" type="slidenum">
              <a:rPr lang="en-IN" smtClean="0"/>
              <a:t>‹#›</a:t>
            </a:fld>
            <a:endParaRPr lang="en-IN"/>
          </a:p>
        </p:txBody>
      </p:sp>
    </p:spTree>
    <p:extLst>
      <p:ext uri="{BB962C8B-B14F-4D97-AF65-F5344CB8AC3E}">
        <p14:creationId xmlns:p14="http://schemas.microsoft.com/office/powerpoint/2010/main" val="2101323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1DE91-3E15-92A8-4DA2-BA9BA5B1FE3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406B90-76B4-6F4D-5C72-BFA741125D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F0132F-201B-8DD6-0B8E-00D27BAE0B69}"/>
              </a:ext>
            </a:extLst>
          </p:cNvPr>
          <p:cNvSpPr>
            <a:spLocks noGrp="1"/>
          </p:cNvSpPr>
          <p:nvPr>
            <p:ph type="dt" sz="half" idx="10"/>
          </p:nvPr>
        </p:nvSpPr>
        <p:spPr/>
        <p:txBody>
          <a:bodyPr/>
          <a:lstStyle/>
          <a:p>
            <a:fld id="{6B2524D1-B35F-4B2D-9C03-DB021DAD45F2}" type="datetimeFigureOut">
              <a:rPr lang="en-IN" smtClean="0"/>
              <a:t>30-07-2026</a:t>
            </a:fld>
            <a:endParaRPr lang="en-IN"/>
          </a:p>
        </p:txBody>
      </p:sp>
      <p:sp>
        <p:nvSpPr>
          <p:cNvPr id="5" name="Footer Placeholder 4">
            <a:extLst>
              <a:ext uri="{FF2B5EF4-FFF2-40B4-BE49-F238E27FC236}">
                <a16:creationId xmlns:a16="http://schemas.microsoft.com/office/drawing/2014/main" id="{B972FF54-1CE2-2AB0-559A-1759F9DABA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811689-9110-0614-359A-0AA3ABF55A32}"/>
              </a:ext>
            </a:extLst>
          </p:cNvPr>
          <p:cNvSpPr>
            <a:spLocks noGrp="1"/>
          </p:cNvSpPr>
          <p:nvPr>
            <p:ph type="sldNum" sz="quarter" idx="12"/>
          </p:nvPr>
        </p:nvSpPr>
        <p:spPr/>
        <p:txBody>
          <a:bodyPr/>
          <a:lstStyle/>
          <a:p>
            <a:fld id="{00D9921D-EB15-4908-8AC9-C411A04B55D2}" type="slidenum">
              <a:rPr lang="en-IN" smtClean="0"/>
              <a:t>‹#›</a:t>
            </a:fld>
            <a:endParaRPr lang="en-IN"/>
          </a:p>
        </p:txBody>
      </p:sp>
    </p:spTree>
    <p:extLst>
      <p:ext uri="{BB962C8B-B14F-4D97-AF65-F5344CB8AC3E}">
        <p14:creationId xmlns:p14="http://schemas.microsoft.com/office/powerpoint/2010/main" val="3228343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D378EF-B16F-0345-BEFA-9C6B0D26F7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AC9B97-AB79-F460-E8EE-BD9A926355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1F931D-CD03-6702-DE3B-D72486106F7F}"/>
              </a:ext>
            </a:extLst>
          </p:cNvPr>
          <p:cNvSpPr>
            <a:spLocks noGrp="1"/>
          </p:cNvSpPr>
          <p:nvPr>
            <p:ph type="dt" sz="half" idx="10"/>
          </p:nvPr>
        </p:nvSpPr>
        <p:spPr/>
        <p:txBody>
          <a:bodyPr/>
          <a:lstStyle/>
          <a:p>
            <a:fld id="{6B2524D1-B35F-4B2D-9C03-DB021DAD45F2}" type="datetimeFigureOut">
              <a:rPr lang="en-IN" smtClean="0"/>
              <a:t>30-07-2026</a:t>
            </a:fld>
            <a:endParaRPr lang="en-IN"/>
          </a:p>
        </p:txBody>
      </p:sp>
      <p:sp>
        <p:nvSpPr>
          <p:cNvPr id="5" name="Footer Placeholder 4">
            <a:extLst>
              <a:ext uri="{FF2B5EF4-FFF2-40B4-BE49-F238E27FC236}">
                <a16:creationId xmlns:a16="http://schemas.microsoft.com/office/drawing/2014/main" id="{AB531E50-7D9E-50A6-785A-9E245629F6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435F7F-CD41-148A-14AB-B64B717A6029}"/>
              </a:ext>
            </a:extLst>
          </p:cNvPr>
          <p:cNvSpPr>
            <a:spLocks noGrp="1"/>
          </p:cNvSpPr>
          <p:nvPr>
            <p:ph type="sldNum" sz="quarter" idx="12"/>
          </p:nvPr>
        </p:nvSpPr>
        <p:spPr/>
        <p:txBody>
          <a:bodyPr/>
          <a:lstStyle/>
          <a:p>
            <a:fld id="{00D9921D-EB15-4908-8AC9-C411A04B55D2}" type="slidenum">
              <a:rPr lang="en-IN" smtClean="0"/>
              <a:t>‹#›</a:t>
            </a:fld>
            <a:endParaRPr lang="en-IN"/>
          </a:p>
        </p:txBody>
      </p:sp>
    </p:spTree>
    <p:extLst>
      <p:ext uri="{BB962C8B-B14F-4D97-AF65-F5344CB8AC3E}">
        <p14:creationId xmlns:p14="http://schemas.microsoft.com/office/powerpoint/2010/main" val="1940595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EC93B8-C9B2-EF6E-584B-E6949FE28F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E39F99-496B-0837-7621-51B2160D76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3B0177-549E-1C02-ACD9-FC88927D15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2524D1-B35F-4B2D-9C03-DB021DAD45F2}" type="datetimeFigureOut">
              <a:rPr lang="en-IN" smtClean="0"/>
              <a:t>30-07-2026</a:t>
            </a:fld>
            <a:endParaRPr lang="en-IN"/>
          </a:p>
        </p:txBody>
      </p:sp>
      <p:sp>
        <p:nvSpPr>
          <p:cNvPr id="5" name="Footer Placeholder 4">
            <a:extLst>
              <a:ext uri="{FF2B5EF4-FFF2-40B4-BE49-F238E27FC236}">
                <a16:creationId xmlns:a16="http://schemas.microsoft.com/office/drawing/2014/main" id="{C95FF98B-A3BF-CD44-CC6E-91BDD4FB88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3657FE8-E1FF-E884-FA66-87E461FEB7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D9921D-EB15-4908-8AC9-C411A04B55D2}" type="slidenum">
              <a:rPr lang="en-IN" smtClean="0"/>
              <a:t>‹#›</a:t>
            </a:fld>
            <a:endParaRPr lang="en-IN"/>
          </a:p>
        </p:txBody>
      </p:sp>
    </p:spTree>
    <p:extLst>
      <p:ext uri="{BB962C8B-B14F-4D97-AF65-F5344CB8AC3E}">
        <p14:creationId xmlns:p14="http://schemas.microsoft.com/office/powerpoint/2010/main" val="20139895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C9BCF-6C26-9079-F4AF-61734DC908E6}"/>
              </a:ext>
            </a:extLst>
          </p:cNvPr>
          <p:cNvSpPr>
            <a:spLocks noGrp="1"/>
          </p:cNvSpPr>
          <p:nvPr>
            <p:ph type="ctrTitle"/>
          </p:nvPr>
        </p:nvSpPr>
        <p:spPr/>
        <p:txBody>
          <a:bodyPr/>
          <a:lstStyle/>
          <a:p>
            <a:r>
              <a:rPr lang="en-IN" dirty="0"/>
              <a:t>CHECK Constraint</a:t>
            </a:r>
            <a:br>
              <a:rPr lang="en-IN" dirty="0"/>
            </a:br>
            <a:endParaRPr lang="en-IN" dirty="0"/>
          </a:p>
        </p:txBody>
      </p:sp>
      <p:sp>
        <p:nvSpPr>
          <p:cNvPr id="3" name="Subtitle 2">
            <a:extLst>
              <a:ext uri="{FF2B5EF4-FFF2-40B4-BE49-F238E27FC236}">
                <a16:creationId xmlns:a16="http://schemas.microsoft.com/office/drawing/2014/main" id="{9915C361-7473-FF0F-148C-AF637055F6B8}"/>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2788913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66360-B896-4212-2500-6218B01D26D0}"/>
              </a:ext>
            </a:extLst>
          </p:cNvPr>
          <p:cNvSpPr>
            <a:spLocks noGrp="1"/>
          </p:cNvSpPr>
          <p:nvPr>
            <p:ph type="title"/>
          </p:nvPr>
        </p:nvSpPr>
        <p:spPr/>
        <p:txBody>
          <a:bodyPr/>
          <a:lstStyle/>
          <a:p>
            <a:r>
              <a:rPr lang="en-IN" dirty="0"/>
              <a:t>CHECK Constraint</a:t>
            </a:r>
          </a:p>
        </p:txBody>
      </p:sp>
      <p:sp>
        <p:nvSpPr>
          <p:cNvPr id="3" name="Content Placeholder 2">
            <a:extLst>
              <a:ext uri="{FF2B5EF4-FFF2-40B4-BE49-F238E27FC236}">
                <a16:creationId xmlns:a16="http://schemas.microsoft.com/office/drawing/2014/main" id="{2E5F9AC2-7ABD-7442-9D3F-A05479ABEA6B}"/>
              </a:ext>
            </a:extLst>
          </p:cNvPr>
          <p:cNvSpPr>
            <a:spLocks noGrp="1"/>
          </p:cNvSpPr>
          <p:nvPr>
            <p:ph idx="1"/>
          </p:nvPr>
        </p:nvSpPr>
        <p:spPr/>
        <p:txBody>
          <a:bodyPr/>
          <a:lstStyle/>
          <a:p>
            <a:r>
              <a:rPr lang="en-US" dirty="0"/>
              <a:t>CHECK Constraint</a:t>
            </a:r>
          </a:p>
          <a:p>
            <a:r>
              <a:rPr lang="en-US" dirty="0"/>
              <a:t>The CHECK constraint is used to ensure that the values in a column satisfies a specific condition.</a:t>
            </a:r>
          </a:p>
          <a:p>
            <a:endParaRPr lang="en-US" dirty="0"/>
          </a:p>
          <a:p>
            <a:r>
              <a:rPr lang="en-US" dirty="0"/>
              <a:t>The CHECK constraint evaluates the data to TRUE or FALSE. If the data evaluates to TRUE, the operation is ok. If the data evaluates to FALSE, the entire INSERT or UPDATE operation is aborted, and an error is raised.</a:t>
            </a:r>
          </a:p>
          <a:p>
            <a:endParaRPr lang="en-US" dirty="0"/>
          </a:p>
          <a:p>
            <a:endParaRPr lang="en-IN" dirty="0"/>
          </a:p>
        </p:txBody>
      </p:sp>
    </p:spTree>
    <p:extLst>
      <p:ext uri="{BB962C8B-B14F-4D97-AF65-F5344CB8AC3E}">
        <p14:creationId xmlns:p14="http://schemas.microsoft.com/office/powerpoint/2010/main" val="35357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37499-AFF8-9DA3-24C6-5011119713E0}"/>
              </a:ext>
            </a:extLst>
          </p:cNvPr>
          <p:cNvSpPr>
            <a:spLocks noGrp="1"/>
          </p:cNvSpPr>
          <p:nvPr>
            <p:ph type="title"/>
          </p:nvPr>
        </p:nvSpPr>
        <p:spPr/>
        <p:txBody>
          <a:bodyPr/>
          <a:lstStyle/>
          <a:p>
            <a:r>
              <a:rPr lang="en-IN" dirty="0"/>
              <a:t>CHECK Constraint</a:t>
            </a:r>
          </a:p>
        </p:txBody>
      </p:sp>
      <p:sp>
        <p:nvSpPr>
          <p:cNvPr id="3" name="Content Placeholder 2">
            <a:extLst>
              <a:ext uri="{FF2B5EF4-FFF2-40B4-BE49-F238E27FC236}">
                <a16:creationId xmlns:a16="http://schemas.microsoft.com/office/drawing/2014/main" id="{11559C6C-2E89-92C5-40AE-14E628071D39}"/>
              </a:ext>
            </a:extLst>
          </p:cNvPr>
          <p:cNvSpPr>
            <a:spLocks noGrp="1"/>
          </p:cNvSpPr>
          <p:nvPr>
            <p:ph idx="1"/>
          </p:nvPr>
        </p:nvSpPr>
        <p:spPr/>
        <p:txBody>
          <a:bodyPr>
            <a:normAutofit fontScale="92500" lnSpcReduction="20000"/>
          </a:bodyPr>
          <a:lstStyle/>
          <a:p>
            <a:r>
              <a:rPr lang="en-US" dirty="0"/>
              <a:t>CHECK Constraint on CREATE TABLE</a:t>
            </a:r>
          </a:p>
          <a:p>
            <a:r>
              <a:rPr lang="en-US" dirty="0"/>
              <a:t>The following SQL creates a CHECK constraint on the "Age" column upon creation of the "Persons" table.</a:t>
            </a:r>
          </a:p>
          <a:p>
            <a:r>
              <a:rPr lang="en-US" dirty="0"/>
              <a:t>Here, the CHECK constraint ensures that the "Age" column must have a value of 18, or above:</a:t>
            </a:r>
          </a:p>
          <a:p>
            <a:r>
              <a:rPr lang="en-US" dirty="0"/>
              <a:t>CREATE TABLE Persons (</a:t>
            </a:r>
          </a:p>
          <a:p>
            <a:pPr marL="0" indent="0">
              <a:buNone/>
            </a:pPr>
            <a:r>
              <a:rPr lang="en-US" dirty="0"/>
              <a:t> ID int PRIMARY KEY,</a:t>
            </a:r>
          </a:p>
          <a:p>
            <a:pPr marL="0" indent="0">
              <a:buNone/>
            </a:pPr>
            <a:r>
              <a:rPr lang="en-US" dirty="0"/>
              <a:t> LastName varchar(255) NOT NULL,</a:t>
            </a:r>
          </a:p>
          <a:p>
            <a:pPr marL="0" indent="0">
              <a:buNone/>
            </a:pPr>
            <a:r>
              <a:rPr lang="en-US" dirty="0"/>
              <a:t>FirstName varchar(255),</a:t>
            </a:r>
          </a:p>
          <a:p>
            <a:pPr marL="0" indent="0">
              <a:buNone/>
            </a:pPr>
            <a:r>
              <a:rPr lang="en-US" dirty="0"/>
              <a:t>Age int CHECK (Age &gt;= 18)</a:t>
            </a:r>
          </a:p>
          <a:p>
            <a:pPr marL="0" indent="0">
              <a:buNone/>
            </a:pPr>
            <a:r>
              <a:rPr lang="en-US" dirty="0"/>
              <a:t>);</a:t>
            </a:r>
            <a:endParaRPr lang="en-IN" dirty="0"/>
          </a:p>
        </p:txBody>
      </p:sp>
    </p:spTree>
    <p:extLst>
      <p:ext uri="{BB962C8B-B14F-4D97-AF65-F5344CB8AC3E}">
        <p14:creationId xmlns:p14="http://schemas.microsoft.com/office/powerpoint/2010/main" val="304663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5957-3E6D-F218-DEBC-210C4F6826AA}"/>
              </a:ext>
            </a:extLst>
          </p:cNvPr>
          <p:cNvSpPr>
            <a:spLocks noGrp="1"/>
          </p:cNvSpPr>
          <p:nvPr>
            <p:ph type="title"/>
          </p:nvPr>
        </p:nvSpPr>
        <p:spPr/>
        <p:txBody>
          <a:bodyPr/>
          <a:lstStyle/>
          <a:p>
            <a:r>
              <a:rPr lang="en-IN" dirty="0"/>
              <a:t>CHECK Constraint</a:t>
            </a:r>
          </a:p>
        </p:txBody>
      </p:sp>
      <p:sp>
        <p:nvSpPr>
          <p:cNvPr id="3" name="Content Placeholder 2">
            <a:extLst>
              <a:ext uri="{FF2B5EF4-FFF2-40B4-BE49-F238E27FC236}">
                <a16:creationId xmlns:a16="http://schemas.microsoft.com/office/drawing/2014/main" id="{3F9EBF69-AF0B-1209-1F8A-06AAF9FBF17D}"/>
              </a:ext>
            </a:extLst>
          </p:cNvPr>
          <p:cNvSpPr>
            <a:spLocks noGrp="1"/>
          </p:cNvSpPr>
          <p:nvPr>
            <p:ph idx="1"/>
          </p:nvPr>
        </p:nvSpPr>
        <p:spPr/>
        <p:txBody>
          <a:bodyPr>
            <a:normAutofit fontScale="92500" lnSpcReduction="20000"/>
          </a:bodyPr>
          <a:lstStyle/>
          <a:p>
            <a:r>
              <a:rPr lang="en-US" dirty="0"/>
              <a:t>Naming a CHECK Constraint</a:t>
            </a:r>
          </a:p>
          <a:p>
            <a:r>
              <a:rPr lang="en-US" dirty="0"/>
              <a:t>To name a CHECK constraint, or to define a CHECK constraint on multiple columns, use the following SQL syntax:</a:t>
            </a:r>
          </a:p>
          <a:p>
            <a:r>
              <a:rPr lang="en-US" dirty="0"/>
              <a:t>CREATE TABLE Persons (</a:t>
            </a:r>
          </a:p>
          <a:p>
            <a:pPr marL="0" indent="0">
              <a:buNone/>
            </a:pPr>
            <a:r>
              <a:rPr lang="en-US" dirty="0"/>
              <a:t>ID int PRIMARY KEY,</a:t>
            </a:r>
          </a:p>
          <a:p>
            <a:pPr marL="0" indent="0">
              <a:buNone/>
            </a:pPr>
            <a:r>
              <a:rPr lang="en-US" dirty="0"/>
              <a:t>LastName varchar(255) NOT NULL,</a:t>
            </a:r>
          </a:p>
          <a:p>
            <a:pPr marL="0" indent="0">
              <a:buNone/>
            </a:pPr>
            <a:r>
              <a:rPr lang="en-US" dirty="0"/>
              <a:t>FirstName varchar(255),</a:t>
            </a:r>
          </a:p>
          <a:p>
            <a:pPr marL="0" indent="0">
              <a:buNone/>
            </a:pPr>
            <a:r>
              <a:rPr lang="en-US" dirty="0"/>
              <a:t>Age int,</a:t>
            </a:r>
          </a:p>
          <a:p>
            <a:pPr marL="0" indent="0">
              <a:buNone/>
            </a:pPr>
            <a:r>
              <a:rPr lang="en-US" dirty="0"/>
              <a:t>City varchar(255),</a:t>
            </a:r>
          </a:p>
          <a:p>
            <a:pPr marL="0" indent="0">
              <a:buNone/>
            </a:pPr>
            <a:r>
              <a:rPr lang="en-US" dirty="0"/>
              <a:t>CONSTRAINT </a:t>
            </a:r>
            <a:r>
              <a:rPr lang="en-US" dirty="0" err="1"/>
              <a:t>chk_PersonAge</a:t>
            </a:r>
            <a:r>
              <a:rPr lang="en-US" dirty="0"/>
              <a:t> CHECK (Age &gt;= 18 AND City = ‘Delhi')</a:t>
            </a:r>
          </a:p>
          <a:p>
            <a:pPr marL="0" indent="0">
              <a:buNone/>
            </a:pPr>
            <a:r>
              <a:rPr lang="en-US" dirty="0"/>
              <a:t>);</a:t>
            </a:r>
            <a:endParaRPr lang="en-IN" dirty="0"/>
          </a:p>
        </p:txBody>
      </p:sp>
    </p:spTree>
    <p:extLst>
      <p:ext uri="{BB962C8B-B14F-4D97-AF65-F5344CB8AC3E}">
        <p14:creationId xmlns:p14="http://schemas.microsoft.com/office/powerpoint/2010/main" val="2933186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EAAE3-DBB5-7968-0C1B-426327483734}"/>
              </a:ext>
            </a:extLst>
          </p:cNvPr>
          <p:cNvSpPr>
            <a:spLocks noGrp="1"/>
          </p:cNvSpPr>
          <p:nvPr>
            <p:ph type="title"/>
          </p:nvPr>
        </p:nvSpPr>
        <p:spPr/>
        <p:txBody>
          <a:bodyPr/>
          <a:lstStyle/>
          <a:p>
            <a:r>
              <a:rPr lang="en-IN" dirty="0"/>
              <a:t>CHECK Constraint</a:t>
            </a:r>
          </a:p>
        </p:txBody>
      </p:sp>
      <p:sp>
        <p:nvSpPr>
          <p:cNvPr id="3" name="Content Placeholder 2">
            <a:extLst>
              <a:ext uri="{FF2B5EF4-FFF2-40B4-BE49-F238E27FC236}">
                <a16:creationId xmlns:a16="http://schemas.microsoft.com/office/drawing/2014/main" id="{FF986ADE-CAC7-8109-4682-82FD37C1B397}"/>
              </a:ext>
            </a:extLst>
          </p:cNvPr>
          <p:cNvSpPr>
            <a:spLocks noGrp="1"/>
          </p:cNvSpPr>
          <p:nvPr>
            <p:ph idx="1"/>
          </p:nvPr>
        </p:nvSpPr>
        <p:spPr/>
        <p:txBody>
          <a:bodyPr/>
          <a:lstStyle/>
          <a:p>
            <a:r>
              <a:rPr lang="en-US" dirty="0"/>
              <a:t>CHECK Constraint on ALTER TABLE</a:t>
            </a:r>
          </a:p>
          <a:p>
            <a:r>
              <a:rPr lang="en-US" dirty="0"/>
              <a:t>To create a CHECK constraint on the "Age" column when the table is already created, use the following SQL:</a:t>
            </a:r>
          </a:p>
          <a:p>
            <a:pPr marL="0" indent="0">
              <a:buNone/>
            </a:pPr>
            <a:endParaRPr lang="en-US" dirty="0"/>
          </a:p>
          <a:p>
            <a:pPr marL="0" indent="0">
              <a:buNone/>
            </a:pPr>
            <a:r>
              <a:rPr lang="en-US" dirty="0"/>
              <a:t>ALTER TABLE Persons</a:t>
            </a:r>
          </a:p>
          <a:p>
            <a:pPr marL="0" indent="0">
              <a:buNone/>
            </a:pPr>
            <a:r>
              <a:rPr lang="en-US" dirty="0"/>
              <a:t>ADD CHECK (Age &gt;= 18);</a:t>
            </a:r>
            <a:endParaRPr lang="en-IN" dirty="0"/>
          </a:p>
        </p:txBody>
      </p:sp>
    </p:spTree>
    <p:extLst>
      <p:ext uri="{BB962C8B-B14F-4D97-AF65-F5344CB8AC3E}">
        <p14:creationId xmlns:p14="http://schemas.microsoft.com/office/powerpoint/2010/main" val="2594297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BA87A-996C-5234-C947-8B1CEBF51A5B}"/>
              </a:ext>
            </a:extLst>
          </p:cNvPr>
          <p:cNvSpPr>
            <a:spLocks noGrp="1"/>
          </p:cNvSpPr>
          <p:nvPr>
            <p:ph type="title"/>
          </p:nvPr>
        </p:nvSpPr>
        <p:spPr/>
        <p:txBody>
          <a:bodyPr/>
          <a:lstStyle/>
          <a:p>
            <a:r>
              <a:rPr lang="en-IN" dirty="0"/>
              <a:t>CHECK Constraint</a:t>
            </a:r>
          </a:p>
        </p:txBody>
      </p:sp>
      <p:sp>
        <p:nvSpPr>
          <p:cNvPr id="3" name="Content Placeholder 2">
            <a:extLst>
              <a:ext uri="{FF2B5EF4-FFF2-40B4-BE49-F238E27FC236}">
                <a16:creationId xmlns:a16="http://schemas.microsoft.com/office/drawing/2014/main" id="{B6B27F26-E61C-BB4F-FC56-69010F1F5268}"/>
              </a:ext>
            </a:extLst>
          </p:cNvPr>
          <p:cNvSpPr>
            <a:spLocks noGrp="1"/>
          </p:cNvSpPr>
          <p:nvPr>
            <p:ph idx="1"/>
          </p:nvPr>
        </p:nvSpPr>
        <p:spPr/>
        <p:txBody>
          <a:bodyPr/>
          <a:lstStyle/>
          <a:p>
            <a:r>
              <a:rPr lang="en-US" dirty="0"/>
              <a:t>Naming a CHECK Constraint</a:t>
            </a:r>
          </a:p>
          <a:p>
            <a:r>
              <a:rPr lang="en-US" dirty="0"/>
              <a:t>To name a CHECK constraint, and to define a CHECK constraint on multiple columns, use the following SQL syntax:</a:t>
            </a:r>
          </a:p>
          <a:p>
            <a:r>
              <a:rPr lang="en-US" dirty="0"/>
              <a:t>ALTER TABLE Persons</a:t>
            </a:r>
          </a:p>
          <a:p>
            <a:r>
              <a:rPr lang="en-US" dirty="0"/>
              <a:t>ADD CONSTRAINT </a:t>
            </a:r>
            <a:r>
              <a:rPr lang="en-US" dirty="0" err="1"/>
              <a:t>chk_PersonAge</a:t>
            </a:r>
            <a:r>
              <a:rPr lang="en-US" dirty="0"/>
              <a:t> CHECK (Age &gt;= 18 AND City = ‘Delhi');</a:t>
            </a:r>
            <a:endParaRPr lang="en-IN" dirty="0"/>
          </a:p>
        </p:txBody>
      </p:sp>
    </p:spTree>
    <p:extLst>
      <p:ext uri="{BB962C8B-B14F-4D97-AF65-F5344CB8AC3E}">
        <p14:creationId xmlns:p14="http://schemas.microsoft.com/office/powerpoint/2010/main" val="3829222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1C8C4-47A4-4B53-9525-E16366BA83A8}"/>
              </a:ext>
            </a:extLst>
          </p:cNvPr>
          <p:cNvSpPr>
            <a:spLocks noGrp="1"/>
          </p:cNvSpPr>
          <p:nvPr>
            <p:ph type="title"/>
          </p:nvPr>
        </p:nvSpPr>
        <p:spPr/>
        <p:txBody>
          <a:bodyPr/>
          <a:lstStyle/>
          <a:p>
            <a:r>
              <a:rPr lang="en-IN" dirty="0"/>
              <a:t>CHECK Constraint</a:t>
            </a:r>
          </a:p>
        </p:txBody>
      </p:sp>
      <p:sp>
        <p:nvSpPr>
          <p:cNvPr id="3" name="Content Placeholder 2">
            <a:extLst>
              <a:ext uri="{FF2B5EF4-FFF2-40B4-BE49-F238E27FC236}">
                <a16:creationId xmlns:a16="http://schemas.microsoft.com/office/drawing/2014/main" id="{DFB77960-2EFD-A78A-8705-CFDC58D52510}"/>
              </a:ext>
            </a:extLst>
          </p:cNvPr>
          <p:cNvSpPr>
            <a:spLocks noGrp="1"/>
          </p:cNvSpPr>
          <p:nvPr>
            <p:ph idx="1"/>
          </p:nvPr>
        </p:nvSpPr>
        <p:spPr/>
        <p:txBody>
          <a:bodyPr/>
          <a:lstStyle/>
          <a:p>
            <a:r>
              <a:rPr lang="en-IN" dirty="0"/>
              <a:t>Drop a CHECK Constraint</a:t>
            </a:r>
          </a:p>
          <a:p>
            <a:endParaRPr lang="en-IN" dirty="0"/>
          </a:p>
          <a:p>
            <a:r>
              <a:rPr lang="en-IN" dirty="0"/>
              <a:t>ALTER TABLE Persons</a:t>
            </a:r>
          </a:p>
          <a:p>
            <a:pPr marL="0" indent="0">
              <a:buNone/>
            </a:pPr>
            <a:r>
              <a:rPr lang="en-IN" dirty="0"/>
              <a:t>DROP CHECK </a:t>
            </a:r>
            <a:r>
              <a:rPr lang="en-IN" dirty="0" err="1"/>
              <a:t>chk_PersonAge</a:t>
            </a:r>
            <a:r>
              <a:rPr lang="en-IN" dirty="0"/>
              <a:t>;</a:t>
            </a:r>
          </a:p>
        </p:txBody>
      </p:sp>
    </p:spTree>
    <p:extLst>
      <p:ext uri="{BB962C8B-B14F-4D97-AF65-F5344CB8AC3E}">
        <p14:creationId xmlns:p14="http://schemas.microsoft.com/office/powerpoint/2010/main" val="4219081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63FCA-F85A-F53C-1947-982D39B4FD17}"/>
              </a:ext>
            </a:extLst>
          </p:cNvPr>
          <p:cNvSpPr>
            <a:spLocks noGrp="1"/>
          </p:cNvSpPr>
          <p:nvPr>
            <p:ph type="title"/>
          </p:nvPr>
        </p:nvSpPr>
        <p:spPr/>
        <p:txBody>
          <a:bodyPr/>
          <a:lstStyle/>
          <a:p>
            <a:r>
              <a:rPr lang="en-IN" dirty="0"/>
              <a:t>CHECK Constraint</a:t>
            </a:r>
          </a:p>
        </p:txBody>
      </p:sp>
      <p:sp>
        <p:nvSpPr>
          <p:cNvPr id="3" name="Content Placeholder 2">
            <a:extLst>
              <a:ext uri="{FF2B5EF4-FFF2-40B4-BE49-F238E27FC236}">
                <a16:creationId xmlns:a16="http://schemas.microsoft.com/office/drawing/2014/main" id="{A83EC8B6-E2D5-9F77-1760-C39BE090B18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694870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332</Words>
  <Application>Microsoft Office PowerPoint</Application>
  <PresentationFormat>Widescreen</PresentationFormat>
  <Paragraphs>44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CHECK Constraint </vt:lpstr>
      <vt:lpstr>CHECK Constraint</vt:lpstr>
      <vt:lpstr>CHECK Constraint</vt:lpstr>
      <vt:lpstr>CHECK Constraint</vt:lpstr>
      <vt:lpstr>CHECK Constraint</vt:lpstr>
      <vt:lpstr>CHECK Constraint</vt:lpstr>
      <vt:lpstr>CHECK Constraint</vt:lpstr>
      <vt:lpstr>CHECK Constraint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Navin Garg</dc:creator>
  <cp:lastModifiedBy>Navin Garg</cp:lastModifiedBy>
  <cp:revision>8</cp:revision>
  <dcterms:created xsi:type="dcterms:W3CDTF">2026-07-30T05:20:23Z</dcterms:created>
  <dcterms:modified xsi:type="dcterms:W3CDTF">2026-07-30T06:55:55Z</dcterms:modified>
</cp:coreProperties>
</file>