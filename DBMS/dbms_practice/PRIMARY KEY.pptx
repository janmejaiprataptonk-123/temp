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2" r:id="rId5"/>
    <p:sldId id="265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17688-2789-6DE0-5E93-4F6AA85266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375CA5-6E51-AA67-0C8B-C49206D26C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95748-897F-4DAE-603C-676B1B195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50F0F-86AA-49FC-A076-2DADA65D8CCD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8A7DB-D7C2-6830-346C-A4BC13EC0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0C7DF-EC30-BCF0-DFCF-A183F94BB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57453-BBD2-445A-A711-4A0EBFA99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818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32DCD-A48E-54C2-ADCE-0708997CC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B7753-26D6-E65E-054E-4E28D42B40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058D9-306C-B95C-0BC4-7EB080191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50F0F-86AA-49FC-A076-2DADA65D8CCD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348D80-DA01-A9B3-F47B-2FEA772F7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C1C58-3531-A313-DF48-935351D7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57453-BBD2-445A-A711-4A0EBFA99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5294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8796D-6D93-AFE5-A0EA-99A6060F3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73F4B3-3798-C798-256E-CA415DE78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6659EF-808B-D0AD-D312-940C0D642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50F0F-86AA-49FC-A076-2DADA65D8CCD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AF4465-9206-3876-CEC3-519869E5F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C49C33-2999-0CA8-E85F-FBB5A21D2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57453-BBD2-445A-A711-4A0EBFA99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442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AD4C3-785D-14C0-627D-5E918E27F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473F1-CBD3-ACEB-C2A1-65D92B3038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2B1D32-A091-C84E-0965-D0DBD2DF29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950A2F-6287-938E-B967-83A714E9A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50F0F-86AA-49FC-A076-2DADA65D8CCD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B143FD-87D0-6759-603E-C037E555C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162CC3-46CA-04FB-7913-F665FB310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57453-BBD2-445A-A711-4A0EBFA99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1416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AF907-7134-48A9-6204-777ADC829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886AA4-626D-9F62-CD80-F5D38F231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C433E1-2D08-D426-899A-A29B8C6B87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AF573E-8199-89AA-28EB-6B2FFDFCA0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52E239-A6FF-3C78-0C99-B2DB81749E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B7A6BA-6FF7-D000-5309-E3DE0319E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50F0F-86AA-49FC-A076-2DADA65D8CCD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B7ECA7-CA0B-1753-399A-410C1A597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66FDA6-1EAA-D2DE-0F73-F03155DB7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57453-BBD2-445A-A711-4A0EBFA99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661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2BA92-D53A-8B60-5398-B53AF9D06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ACB2D9-F2A6-1DC7-DC62-5A8970322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50F0F-86AA-49FC-A076-2DADA65D8CCD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6D74FF-F7F8-6D16-E48E-E0BB49803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49B2E3-EC3B-3AE4-8743-D333D58BC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57453-BBD2-445A-A711-4A0EBFA99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8340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60DF25-8A97-65A4-AF8D-A4AE74B45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50F0F-86AA-49FC-A076-2DADA65D8CCD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65088B-59BC-3972-C168-076EC2B8E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46BC2F-1956-C90B-90F0-0904382B4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57453-BBD2-445A-A711-4A0EBFA99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6399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2ADDB-48F0-4AAB-000B-4E86764E9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5AE99-6F9C-613B-C15E-0BEDB7C87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B25991-9CD8-E507-8634-72999E4D44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851C07-5643-BCD6-25F8-56285A857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50F0F-86AA-49FC-A076-2DADA65D8CCD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2047FD-D1AF-3299-D4B0-6069DDD88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2709D5-04E6-A670-637D-9197C64F8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57453-BBD2-445A-A711-4A0EBFA99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7456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395E8-63F5-F555-64BB-80ED03285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DF2201-A7C7-3471-B64E-6835E64418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6218C2-5BD3-7FF0-6ACB-455E1D2C4C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73888A-3B25-6CBB-9B02-C4C5877DD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50F0F-86AA-49FC-A076-2DADA65D8CCD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05529E-2428-468D-4E9F-79BA1363E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CB795C-FD71-5E38-2109-87E6BE738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57453-BBD2-445A-A711-4A0EBFA99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1532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982CA-BAC3-4B7F-6050-B64240CA0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DABC60-682F-C72A-25BF-74CE0C4AD5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94993-252A-9201-F051-332C6395A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50F0F-86AA-49FC-A076-2DADA65D8CCD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EE915-EC0A-9514-B835-CB18DB091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24631-0421-6EF8-D60B-A739EA674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57453-BBD2-445A-A711-4A0EBFA99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4736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28AED5-9328-F7A6-A94D-B641CE002F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D0CCB0-06CD-48F5-02BE-1E04A8C56A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1774FF-CAE3-5CC6-990A-0DA72DF27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50F0F-86AA-49FC-A076-2DADA65D8CCD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331B9-99C7-8E78-9847-53C2421A6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E2A7E-554A-C4F1-7DB9-C7228C252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57453-BBD2-445A-A711-4A0EBFA99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582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91543B-9A71-BB0A-6BB6-978051B9D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5C579-F60C-476E-4BC2-7BB439A8A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47BAE-EEB7-0DA9-6D23-F4B5862699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550F0F-86AA-49FC-A076-2DADA65D8CCD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60BDF-D573-2E59-D590-D889D97689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BD8DF-0E21-5D46-1EBF-8B9C564753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F57453-BBD2-445A-A711-4A0EBFA99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6585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37E94-64B2-1344-4F50-D59EE22AA6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PRIMARY KEY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A4DF4B-4910-F0AE-CD81-872AED7400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2027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0D6C7-043F-B0CF-636F-F92CCCECF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PRIMARY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0D894-6C0D-D700-9CB6-873407E4A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MySQL PRIMARY KEY Constraint</a:t>
            </a:r>
          </a:p>
          <a:p>
            <a:r>
              <a:rPr lang="en-US" dirty="0"/>
              <a:t>The PRIMARY KEY constraint uniquely identifies each record in a database table.</a:t>
            </a:r>
          </a:p>
          <a:p>
            <a:endParaRPr lang="en-US" dirty="0"/>
          </a:p>
          <a:p>
            <a:r>
              <a:rPr lang="en-US" dirty="0"/>
              <a:t>A PRIMARY KEY constraint ensures unique values, and cannot contain NULL values.</a:t>
            </a:r>
          </a:p>
          <a:p>
            <a:endParaRPr lang="en-US" dirty="0"/>
          </a:p>
          <a:p>
            <a:r>
              <a:rPr lang="en-US" dirty="0"/>
              <a:t>A table can have only ONE PRIMARY KEY constraint. The primary key can either be a single column, or a combination of columns.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6834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06F19-0ACB-F016-5EA6-997A8635C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PRIMARY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4A7A7-5B7A-EB28-BE6C-1EA9A513B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PRIMARY KEY on CREATE TABLE</a:t>
            </a:r>
          </a:p>
          <a:p>
            <a:r>
              <a:rPr lang="en-US" dirty="0"/>
              <a:t>The following SQL creates a PRIMARY KEY on the "ID" column upon creation of the "Persons" table:</a:t>
            </a:r>
          </a:p>
          <a:p>
            <a:r>
              <a:rPr lang="en-US" dirty="0"/>
              <a:t>CREATE TABLE Persons (</a:t>
            </a:r>
          </a:p>
          <a:p>
            <a:pPr marL="0" indent="0">
              <a:buNone/>
            </a:pPr>
            <a:r>
              <a:rPr lang="en-US" dirty="0"/>
              <a:t> ID int PRIMARY KEY,</a:t>
            </a:r>
          </a:p>
          <a:p>
            <a:pPr marL="0" indent="0">
              <a:buNone/>
            </a:pPr>
            <a:r>
              <a:rPr lang="en-US" dirty="0"/>
              <a:t>LastName varchar(255) NOT NULL,</a:t>
            </a:r>
          </a:p>
          <a:p>
            <a:pPr marL="0" indent="0">
              <a:buNone/>
            </a:pPr>
            <a:r>
              <a:rPr lang="en-US" dirty="0"/>
              <a:t>FirstName varchar(255),</a:t>
            </a:r>
          </a:p>
          <a:p>
            <a:pPr marL="0" indent="0">
              <a:buNone/>
            </a:pPr>
            <a:r>
              <a:rPr lang="en-US" dirty="0"/>
              <a:t>Age int</a:t>
            </a:r>
          </a:p>
          <a:p>
            <a:pPr marL="0" indent="0">
              <a:buNone/>
            </a:pPr>
            <a:r>
              <a:rPr lang="en-US" dirty="0"/>
              <a:t>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3933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429F7-98BE-453C-495B-CF9833586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PRIMARY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283B0-722F-9A6F-79D6-887B73098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PRIMARY KEY on Multiple Columns</a:t>
            </a:r>
          </a:p>
          <a:p>
            <a:r>
              <a:rPr lang="en-US" dirty="0"/>
              <a:t>CREATE TABLE Persons (</a:t>
            </a:r>
          </a:p>
          <a:p>
            <a:pPr marL="0" indent="0">
              <a:buNone/>
            </a:pPr>
            <a:r>
              <a:rPr lang="en-US" dirty="0"/>
              <a:t> ID int,</a:t>
            </a:r>
          </a:p>
          <a:p>
            <a:pPr marL="0" indent="0">
              <a:buNone/>
            </a:pPr>
            <a:r>
              <a:rPr lang="en-US" dirty="0"/>
              <a:t>LastName varchar(255),</a:t>
            </a:r>
          </a:p>
          <a:p>
            <a:pPr marL="0" indent="0">
              <a:buNone/>
            </a:pPr>
            <a:r>
              <a:rPr lang="en-US" dirty="0"/>
              <a:t> FirstName varchar(255),</a:t>
            </a:r>
          </a:p>
          <a:p>
            <a:pPr marL="0" indent="0">
              <a:buNone/>
            </a:pPr>
            <a:r>
              <a:rPr lang="en-US" dirty="0"/>
              <a:t>Age int,</a:t>
            </a:r>
          </a:p>
          <a:p>
            <a:pPr marL="0" indent="0">
              <a:buNone/>
            </a:pPr>
            <a:r>
              <a:rPr lang="en-US" dirty="0"/>
              <a:t> CONSTRAINT </a:t>
            </a:r>
            <a:r>
              <a:rPr lang="en-US" dirty="0" err="1"/>
              <a:t>PK_Person</a:t>
            </a:r>
            <a:r>
              <a:rPr lang="en-US" dirty="0"/>
              <a:t> PRIMARY KEY (ID, LastName)</a:t>
            </a:r>
          </a:p>
          <a:p>
            <a:pPr marL="0" indent="0">
              <a:buNone/>
            </a:pPr>
            <a:r>
              <a:rPr lang="en-US" dirty="0"/>
              <a:t>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2914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E8BD3-A9EC-578B-5C2E-299D36FA3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PRIMARY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A604C-816C-32C4-67BB-4A659670F6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PRIMARY KEY on ALTER TABLE</a:t>
            </a:r>
          </a:p>
          <a:p>
            <a:r>
              <a:rPr lang="en-US" dirty="0"/>
              <a:t>To create a PRIMARY KEY constraint on the "ID" column when the table already has been created, use the following SQL: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ALTER TABLE Persons</a:t>
            </a:r>
          </a:p>
          <a:p>
            <a:pPr marL="0" indent="0">
              <a:buNone/>
            </a:pPr>
            <a:r>
              <a:rPr lang="en-US" dirty="0"/>
              <a:t>ADD CONSTRAINT </a:t>
            </a:r>
            <a:r>
              <a:rPr lang="en-US" dirty="0" err="1"/>
              <a:t>PK_Person</a:t>
            </a:r>
            <a:r>
              <a:rPr lang="en-US" dirty="0"/>
              <a:t> PRIMARY KEY (ID, LastName);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1071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AACCD-8454-1FDC-39A7-DFC67CE6F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PRIMARY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F5D45-F03E-923D-77DF-46EEB0918C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Drop a PRIMARY KEY Constraint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ALTER TABLE Persons</a:t>
            </a:r>
          </a:p>
          <a:p>
            <a:pPr marL="0" indent="0">
              <a:buNone/>
            </a:pPr>
            <a:r>
              <a:rPr lang="en-US" dirty="0"/>
              <a:t>DROP PRIMARY KEY;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61837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219</Words>
  <Application>Microsoft Office PowerPoint</Application>
  <PresentationFormat>Widescreen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PRIMARY KEY</vt:lpstr>
      <vt:lpstr>PRIMARY KEY</vt:lpstr>
      <vt:lpstr>PRIMARY KEY</vt:lpstr>
      <vt:lpstr>PRIMARY KEY</vt:lpstr>
      <vt:lpstr>PRIMARY KEY</vt:lpstr>
      <vt:lpstr>PRIMARY KEY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Navin Garg</dc:creator>
  <cp:lastModifiedBy>Navin Garg</cp:lastModifiedBy>
  <cp:revision>8</cp:revision>
  <dcterms:created xsi:type="dcterms:W3CDTF">2026-07-30T04:43:41Z</dcterms:created>
  <dcterms:modified xsi:type="dcterms:W3CDTF">2026-07-30T04:53:57Z</dcterms:modified>
</cp:coreProperties>
</file>